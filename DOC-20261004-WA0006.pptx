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1891030" y="709930"/>
            <a:ext cx="9039225" cy="1113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2800" b="1" dirty="0">
                <a:solidFill>
                  <a:schemeClr val="accent3">
                    <a:lumMod val="75000"/>
                  </a:schemeClr>
                </a:solidFill>
                <a:sym typeface="+mn-ea"/>
              </a:rPr>
              <a:t>KNOWLEDGE INSTITUTE OF TECHNOLOGY, SALEM – 637504</a:t>
            </a:r>
            <a:endParaRPr lang="en-IN" sz="2800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ym typeface="+mn-ea"/>
              </a:rPr>
              <a:t>(Autonomous Institution)</a:t>
            </a:r>
            <a:endParaRPr lang="en-IN" dirty="0"/>
          </a:p>
          <a:p>
            <a:endParaRPr lang="en-US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10941685" y="690245"/>
            <a:ext cx="1116965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sym typeface="+mn-ea"/>
              </a:rPr>
              <a:t>NPD </a:t>
            </a:r>
            <a:endParaRPr lang="en-IN" b="1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sym typeface="+mn-ea"/>
              </a:rPr>
              <a:t>2026</a:t>
            </a:r>
            <a:endParaRPr lang="en-IN" dirty="0"/>
          </a:p>
          <a:p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588770" y="1654175"/>
            <a:ext cx="9550400" cy="1487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sz="3000" b="1">
                <a:sym typeface="+mn-ea"/>
              </a:rPr>
              <a:t>SECURE ACADEMIC CERTIFICATE STORAGE AND VERIFICATION SYSTEM USING BLOCKCHAIN AND SHA-256 HASHING</a:t>
            </a:r>
            <a:endParaRPr lang="en-US" sz="3000" b="1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Calibri" panose="020F0502020204030204"/>
              <a:cs typeface="Calibri" panose="020F0502020204030204"/>
            </a:endParaRPr>
          </a:p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09575" y="3140710"/>
            <a:ext cx="10492105" cy="3382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Team No.: </a:t>
            </a:r>
            <a:r>
              <a:rPr lang="en-US" sz="2400" b="1" dirty="0">
                <a:sym typeface="+mn-ea"/>
              </a:rPr>
              <a:t>07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Course Code: </a:t>
            </a:r>
            <a:r>
              <a:rPr lang="en-US" sz="2400" b="1" dirty="0">
                <a:sym typeface="+mn-ea"/>
              </a:rPr>
              <a:t>BE23ME508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Course Name : </a:t>
            </a:r>
            <a:r>
              <a:rPr lang="en-US" sz="2400" b="1" dirty="0">
                <a:sym typeface="+mn-ea"/>
              </a:rPr>
              <a:t>New Product Development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Team Members</a:t>
            </a:r>
            <a:r>
              <a:rPr lang="en-US" sz="2400" dirty="0">
                <a:solidFill>
                  <a:srgbClr val="0070C0"/>
                </a:solidFill>
                <a:sym typeface="+mn-ea"/>
              </a:rPr>
              <a:t>: </a:t>
            </a:r>
            <a:r>
              <a:rPr lang="en-US" sz="2400" dirty="0">
                <a:sym typeface="+mn-ea"/>
              </a:rPr>
              <a:t>LOGESHWARAN B, KARTHIKEYAN V, MAHENDIRAN M, SRIHARI M</a:t>
            </a:r>
            <a:endParaRPr lang="en-IN" sz="24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Full Affiliation: </a:t>
            </a:r>
            <a:r>
              <a:rPr lang="en-IN" sz="2400" dirty="0">
                <a:sym typeface="+mn-ea"/>
              </a:rPr>
              <a:t>IV Year MECH, Knowledge Institute of Technology. Salem.</a:t>
            </a:r>
            <a:r>
              <a:rPr lang="en-IN" sz="2400" dirty="0">
                <a:solidFill>
                  <a:srgbClr val="0070C0"/>
                </a:solidFill>
                <a:sym typeface="+mn-ea"/>
              </a:rPr>
              <a:t> 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400" b="1" dirty="0">
                <a:solidFill>
                  <a:srgbClr val="0070C0"/>
                </a:solidFill>
                <a:sym typeface="+mn-ea"/>
              </a:rPr>
              <a:t>Name of the Mentor : </a:t>
            </a:r>
            <a:r>
              <a:rPr lang="en-IN" sz="2400" b="1" dirty="0">
                <a:sym typeface="+mn-ea"/>
              </a:rPr>
              <a:t>Mr .</a:t>
            </a:r>
            <a:r>
              <a:rPr lang="en-US" altLang="en-IN" sz="2400" b="1" dirty="0">
                <a:sym typeface="+mn-ea"/>
              </a:rPr>
              <a:t>A. GAJENDRAN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710" y="1137920"/>
            <a:ext cx="10554970" cy="5744845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Introduction and Objectives</a:t>
            </a:r>
          </a:p>
          <a:p>
            <a:pPr marL="342900" indent="-342900" algn="just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Literature Survey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Problem Identification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Abstract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Methodology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Working Principles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Work Plan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Cost Estimation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Design / Working Model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Results and Discussion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Conclusion and Future Scope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9622155" cy="270700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Academic certificates are essential for education and employment verification.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Conventional verification may require manual checking and record maintenance.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Digital certificates also need protection against unauthorized modification.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Our system combines SHA-256 hashing, hash-linked records and QR-based access.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It provides organized storage and convenient certificate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28994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Develop a web-based academic certificate management system.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Enable secure certificate upload and digital file storage.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Generate a unique SHA-256 hash for each certificate.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Create hash-linked records to support traceability and integrity checking.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Generate QR codes for convenient verification.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Support certificate search, viewing and downloading.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Problem Identification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7933690" cy="3206115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Manual certificate verification can be time-consuming.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Maintaining large numbers of records can be difficult.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Unauthorized certificate modification may be hard to identify.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Physical documents may be lost or damaged.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Users may need to contact institutions to confirm certificate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3040"/>
                </a:solidFill>
                <a:latin typeface="Aptos"/>
              </a:defRPr>
            </a:pPr>
            <a:r>
              <a:t>This project presents a web-based platform for academic certificate storage and verification. Administrators upload certificates and enter relevant student details. The system generates a SHA-256 hash as a digital fingerprint and creates a hash-linked record containing the previous hash and timestamp. Certificate metadata is stored in SQLite, while certificate files are maintained in file storage. A unique QR code supports convenient access to the verification page. Users can enter a Certificate ID or scan the QR code to view certificate information and download the file. The implementation integrates Python Flask, SQLite, SHA-256 hashing and QR-code generation to support certificate management and integrity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5980</Words>
  <Application>Microsoft Office PowerPoint</Application>
  <PresentationFormat>Widescreen</PresentationFormat>
  <Paragraphs>307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karthikeyanvvv1234@gmail.com</cp:lastModifiedBy>
  <cp:revision>5</cp:revision>
  <dcterms:created xsi:type="dcterms:W3CDTF">2013-01-27T09:14:00Z</dcterms:created>
  <dcterms:modified xsi:type="dcterms:W3CDTF">2026-10-04T15:55:18Z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0C115A6A13BC42F69CE75DA5AF536EDC_13</vt:lpwstr>
  </property>
  <property fmtid="{D5CDD505-2E9C-101B-9397-08002B2CF9AE}" pid="3" name="KSOProductBuildVer">
    <vt:lpwstr>1033-12.1.0.28485</vt:lpwstr>
  </property>
</Properties>
</file>