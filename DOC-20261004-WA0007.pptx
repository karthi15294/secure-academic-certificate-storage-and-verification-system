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1891030" y="709930"/>
            <a:ext cx="9039225" cy="1113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2800" b="1" dirty="0">
                <a:solidFill>
                  <a:schemeClr val="accent3">
                    <a:lumMod val="75000"/>
                  </a:schemeClr>
                </a:solidFill>
                <a:sym typeface="+mn-ea"/>
              </a:rPr>
              <a:t>KNOWLEDGE INSTITUTE OF TECHNOLOGY, SALEM – 637504</a:t>
            </a:r>
            <a:endParaRPr lang="en-IN" sz="2800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ym typeface="+mn-ea"/>
              </a:rPr>
              <a:t>(Autonomous Institution)</a:t>
            </a:r>
            <a:endParaRPr lang="en-IN" dirty="0"/>
          </a:p>
          <a:p>
            <a:endParaRPr lang="en-US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>
            <a:fillRect/>
          </a:stretch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10941685" y="690245"/>
            <a:ext cx="1116965" cy="964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sym typeface="+mn-ea"/>
              </a:rPr>
              <a:t>NPD </a:t>
            </a:r>
            <a:endParaRPr lang="en-IN" b="1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sym typeface="+mn-ea"/>
              </a:rPr>
              <a:t>2026</a:t>
            </a:r>
            <a:endParaRPr lang="en-IN" dirty="0"/>
          </a:p>
          <a:p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1588770" y="1654175"/>
            <a:ext cx="9550400" cy="1487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sz="3000" b="1">
                <a:sym typeface="+mn-ea"/>
              </a:rPr>
              <a:t>SECURE ACADEMIC CERTIFICATE STORAGE AND VERIFICATION SYSTEM USING BLOCKCHAIN AND SHA-256 HASHING</a:t>
            </a:r>
            <a:endParaRPr lang="en-US" sz="3000" b="1" dirty="0">
              <a:ea typeface="Calibri" panose="020F0502020204030204"/>
              <a:cs typeface="Calibri" panose="020F0502020204030204"/>
            </a:endParaRPr>
          </a:p>
          <a:p>
            <a:endParaRPr lang="en-US" b="1" dirty="0">
              <a:ea typeface="Calibri" panose="020F0502020204030204"/>
              <a:cs typeface="Calibri" panose="020F0502020204030204"/>
            </a:endParaRPr>
          </a:p>
          <a:p>
            <a:endParaRPr lang="en-US" b="1" dirty="0">
              <a:ea typeface="Calibri" panose="020F0502020204030204"/>
              <a:cs typeface="Calibri" panose="020F0502020204030204"/>
            </a:endParaRPr>
          </a:p>
          <a:p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09575" y="3140710"/>
            <a:ext cx="10492105" cy="3382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Team No.: </a:t>
            </a:r>
            <a:r>
              <a:rPr lang="en-US" sz="2400" b="1" dirty="0">
                <a:sym typeface="+mn-ea"/>
              </a:rPr>
              <a:t>07</a:t>
            </a:r>
            <a:endParaRPr lang="en-US" sz="24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Course Code: </a:t>
            </a:r>
            <a:r>
              <a:rPr lang="en-US" sz="2400" b="1" dirty="0">
                <a:sym typeface="+mn-ea"/>
              </a:rPr>
              <a:t>BE23ME508</a:t>
            </a:r>
            <a:endParaRPr lang="en-US" sz="24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Course Name : </a:t>
            </a:r>
            <a:r>
              <a:rPr lang="en-US" sz="2400" b="1" dirty="0">
                <a:sym typeface="+mn-ea"/>
              </a:rPr>
              <a:t>New Product Development</a:t>
            </a:r>
            <a:endParaRPr lang="en-US" sz="24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Team Members</a:t>
            </a:r>
            <a:r>
              <a:rPr lang="en-US" sz="2400" dirty="0">
                <a:solidFill>
                  <a:srgbClr val="0070C0"/>
                </a:solidFill>
                <a:sym typeface="+mn-ea"/>
              </a:rPr>
              <a:t>: </a:t>
            </a:r>
            <a:r>
              <a:rPr lang="en-US" sz="2400" dirty="0">
                <a:sym typeface="+mn-ea"/>
              </a:rPr>
              <a:t>LOGESHWARAN B, KARTHIKEYAN V, MAHENDIRAN M, SRIHARI M</a:t>
            </a:r>
            <a:endParaRPr lang="en-IN" sz="24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70C0"/>
                </a:solidFill>
                <a:sym typeface="+mn-ea"/>
              </a:rPr>
              <a:t>Full Affiliation: </a:t>
            </a:r>
            <a:r>
              <a:rPr lang="en-IN" sz="2400" dirty="0">
                <a:sym typeface="+mn-ea"/>
              </a:rPr>
              <a:t>IV Year MECH, Knowledge Institute of Technology. Salem.</a:t>
            </a:r>
            <a:r>
              <a:rPr lang="en-IN" sz="2400" dirty="0">
                <a:solidFill>
                  <a:srgbClr val="0070C0"/>
                </a:solidFill>
                <a:sym typeface="+mn-ea"/>
              </a:rPr>
              <a:t> </a:t>
            </a:r>
            <a:endParaRPr lang="en-IN" sz="2400" dirty="0">
              <a:solidFill>
                <a:srgbClr val="0070C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400" b="1" dirty="0">
                <a:solidFill>
                  <a:srgbClr val="0070C0"/>
                </a:solidFill>
                <a:sym typeface="+mn-ea"/>
              </a:rPr>
              <a:t>Name of the Mentor : </a:t>
            </a:r>
            <a:r>
              <a:rPr lang="en-IN" sz="2400" b="1" dirty="0">
                <a:sym typeface="+mn-ea"/>
              </a:rPr>
              <a:t>Mr .</a:t>
            </a:r>
            <a:r>
              <a:rPr lang="en-US" altLang="en-IN" sz="2400" b="1" dirty="0">
                <a:sym typeface="+mn-ea"/>
              </a:rPr>
              <a:t>A. GAJENDRAN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710" y="1137920"/>
            <a:ext cx="10554970" cy="5744845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Introduction and Objectives</a:t>
            </a:r>
          </a:p>
          <a:p>
            <a:pPr marL="342900" indent="-342900" algn="just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Literature Survey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Problem Identification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Abstract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Methodology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Working Principles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Work Plan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Cost Estimation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Design / Working Model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Results and Discussion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Conclusion and Future Scope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rPr sz="190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9622155" cy="270700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Academic certificates are essential for education and employment verification.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Conventional verification may require manual checking and record maintenance.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Digital certificates also need protection against unauthorized modification.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Our system combines SHA-256 hashing, hash-linked records and QR-based access.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It provides organized storage and convenient certificate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289941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Develop a web-based academic certificate management system.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Enable secure certificate upload and digital file storage.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Generate a unique SHA-256 hash for each certificate.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Create hash-linked records to support traceability and integrity checking.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Generate QR codes for convenient verification.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Support certificate search, viewing and downloading.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Problem Identification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7933690" cy="3206115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Manual certificate verification can be time-consuming.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Maintaining large numbers of records can be difficult.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Unauthorized certificate modification may be hard to identify.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Physical documents may be lost or damaged.</a:t>
            </a:r>
          </a:p>
          <a:p>
            <a:pPr marL="342900" indent="-342900">
              <a:spcAft>
                <a:spcPts val="1500"/>
              </a:spcAft>
              <a:buFont typeface="Wingdings" panose="05000000000000000000" charset="0"/>
              <a:buChar char="q"/>
              <a:defRPr sz="2000">
                <a:solidFill>
                  <a:srgbClr val="233040"/>
                </a:solidFill>
                <a:latin typeface="Aptos"/>
              </a:defRPr>
            </a:pPr>
            <a:r>
              <a:t>Users may need to contact institutions to confirm certificate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3040"/>
                </a:solidFill>
                <a:latin typeface="Aptos"/>
              </a:defRPr>
            </a:pPr>
            <a:r>
              <a:t>This project presents a web-based platform for academic certificate storage and verification. Administrators upload certificates and enter relevant student details. The system generates a SHA-256 hash as a digital fingerprint and creates a hash-linked record containing the previous hash and timestamp. Certificate metadata is stored in SQLite, while certificate files are maintained in file storage. A unique QR code supports convenient access to the verification page. Users can enter a Certificate ID or scan the QR code to view certificate information and download the file. The implementation integrates Python Flask, SQLite, SHA-256 hashing and QR-code generation to support certificate management and integrity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4892040" cy="713232"/>
          </a:xfrm>
          <a:prstGeom prst="roundRect">
            <a:avLst/>
          </a:prstGeom>
          <a:solidFill>
            <a:srgbClr val="EFF5FB"/>
          </a:solidFill>
          <a:ln>
            <a:solidFill>
              <a:srgbClr val="CD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057"/>
                </a:solidFill>
                <a:latin typeface="Aptos"/>
              </a:defRPr>
            </a:pPr>
            <a:r>
              <a:t>1.  Administrator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41448"/>
            <a:ext cx="4892040" cy="713232"/>
          </a:xfrm>
          <a:prstGeom prst="roundRect">
            <a:avLst/>
          </a:prstGeom>
          <a:solidFill>
            <a:srgbClr val="E8F7F2"/>
          </a:solidFill>
          <a:ln>
            <a:solidFill>
              <a:srgbClr val="CD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057"/>
                </a:solidFill>
                <a:latin typeface="Aptos"/>
              </a:defRPr>
            </a:pPr>
            <a:r>
              <a:t>2.  Enter Certificate Details &amp; Upload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57015"/>
            <a:ext cx="4892040" cy="713232"/>
          </a:xfrm>
          <a:prstGeom prst="roundRect">
            <a:avLst/>
          </a:prstGeom>
          <a:solidFill>
            <a:srgbClr val="FFF5E1"/>
          </a:solidFill>
          <a:ln>
            <a:solidFill>
              <a:srgbClr val="CD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057"/>
                </a:solidFill>
                <a:latin typeface="Aptos"/>
              </a:defRPr>
            </a:pPr>
            <a:r>
              <a:t>3.  Store Certificate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72584"/>
            <a:ext cx="4892040" cy="713232"/>
          </a:xfrm>
          <a:prstGeom prst="roundRect">
            <a:avLst/>
          </a:prstGeom>
          <a:solidFill>
            <a:srgbClr val="EFEAFA"/>
          </a:solidFill>
          <a:ln>
            <a:solidFill>
              <a:srgbClr val="CD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057"/>
                </a:solidFill>
                <a:latin typeface="Aptos"/>
              </a:defRPr>
            </a:pPr>
            <a:r>
              <a:t>4.  Generate SHA-256 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25880"/>
            <a:ext cx="4892040" cy="713232"/>
          </a:xfrm>
          <a:prstGeom prst="roundRect">
            <a:avLst/>
          </a:prstGeom>
          <a:solidFill>
            <a:srgbClr val="EFF5FB"/>
          </a:solidFill>
          <a:ln>
            <a:solidFill>
              <a:srgbClr val="CD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057"/>
                </a:solidFill>
                <a:latin typeface="Aptos"/>
              </a:defRPr>
            </a:pPr>
            <a:r>
              <a:t>5.  Create Blockchain-Linked Record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441448"/>
            <a:ext cx="4892040" cy="713232"/>
          </a:xfrm>
          <a:prstGeom prst="roundRect">
            <a:avLst/>
          </a:prstGeom>
          <a:solidFill>
            <a:srgbClr val="E8F7F2"/>
          </a:solidFill>
          <a:ln>
            <a:solidFill>
              <a:srgbClr val="CD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057"/>
                </a:solidFill>
                <a:latin typeface="Aptos"/>
              </a:defRPr>
            </a:pPr>
            <a:r>
              <a:t>6.  Generate QR Code &amp; Store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557015"/>
            <a:ext cx="4892040" cy="713232"/>
          </a:xfrm>
          <a:prstGeom prst="roundRect">
            <a:avLst/>
          </a:prstGeom>
          <a:solidFill>
            <a:srgbClr val="FFF5E1"/>
          </a:solidFill>
          <a:ln>
            <a:solidFill>
              <a:srgbClr val="CD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057"/>
                </a:solidFill>
                <a:latin typeface="Aptos"/>
              </a:defRPr>
            </a:pPr>
            <a:r>
              <a:t>7.  Verify, View or Download Certificate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Working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80160"/>
          <a:ext cx="10927080" cy="49377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46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3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Principle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Certificate upload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Administrator submits certificate details and file.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SHA-256 hashing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A 256-bit hash acts as a digital fingerprint.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Blockchain record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Record includes previous hash, current hash and timestamp.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QR generation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A unique QR code points to the certificate verification URL.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Verification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User enters the Certificate ID or scans the QR code.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Integrity validation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Recalculated hashes and stored links are checked for inconsistencies.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Work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51663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0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Phase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Activity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Problem identification and requirements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System architecture and database design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Frontend development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Flask backend development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SHA-256 and blockchain record implementation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QR generation and verification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Testing and validation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Documentation and presentation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7"/>
                </a:solidFill>
                <a:latin typeface="Aptos Display"/>
              </a:defRPr>
            </a:pPr>
            <a:r>
              <a:t>Cost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05840" cy="50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3057"/>
                </a:solidFill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37" cy="466344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61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Resource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Cost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Python, Flask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Backend development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Free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HTML and CSS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Frontend development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Free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SQLite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Database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Free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Visual Studio Code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Development environment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Free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Python QR-code library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QR generation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Free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Laptop and Internet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Development and testing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Existing resources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Hosting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Online application access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33040"/>
                          </a:solidFill>
                          <a:latin typeface="Aptos"/>
                        </a:defRPr>
                      </a:pPr>
                      <a:r>
                        <a:t>Enter actual cost, if applicable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5980</Words>
  <Application>Microsoft Office PowerPoint</Application>
  <PresentationFormat>Widescreen</PresentationFormat>
  <Paragraphs>307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karthikeyanvvv1234@gmail.com</cp:lastModifiedBy>
  <cp:revision>5</cp:revision>
  <dcterms:created xsi:type="dcterms:W3CDTF">2013-01-27T09:14:00Z</dcterms:created>
  <dcterms:modified xsi:type="dcterms:W3CDTF">2026-10-04T16:02:33Z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0C115A6A13BC42F69CE75DA5AF536EDC_13</vt:lpwstr>
  </property>
  <property fmtid="{D5CDD505-2E9C-101B-9397-08002B2CF9AE}" pid="3" name="KSOProductBuildVer">
    <vt:lpwstr>1033-12.1.0.28485</vt:lpwstr>
  </property>
</Properties>
</file>